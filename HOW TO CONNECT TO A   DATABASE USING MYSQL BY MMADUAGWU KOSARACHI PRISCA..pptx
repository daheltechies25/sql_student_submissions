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0" d="100"/>
          <a:sy n="60" d="100"/>
        </p:scale>
        <p:origin x="90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714417-479B-4C83-B666-CC65E54BD7CA}" type="datetimeFigureOut">
              <a:rPr lang="en-NG" smtClean="0"/>
              <a:t>22/01/2026</a:t>
            </a:fld>
            <a:endParaRPr lang="en-N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80F873-688B-480C-B28E-FCA53D889A5A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4309780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80F873-688B-480C-B28E-FCA53D889A5A}" type="slidenum">
              <a:rPr lang="en-NG" smtClean="0"/>
              <a:t>1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0252868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80F873-688B-480C-B28E-FCA53D889A5A}" type="slidenum">
              <a:rPr lang="en-NG" smtClean="0"/>
              <a:t>2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3269149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80F873-688B-480C-B28E-FCA53D889A5A}" type="slidenum">
              <a:rPr lang="en-NG" smtClean="0"/>
              <a:t>3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199276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NG"/>
            </a:p>
          </p:txBody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1/22/2026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47F38-B617-4D2F-AE0A-013F0C4D2C57}" type="datetimeFigureOut">
              <a:rPr lang="en-US" dirty="0"/>
              <a:t>1/22/2026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1/22/2026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NG"/>
            </a:p>
          </p:txBody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8" r:id="rId2"/>
    <p:sldLayoutId id="2147483651" r:id="rId3"/>
    <p:sldLayoutId id="2147483669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6FA18-75F4-B7EA-6D9B-345BC61906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94344" y="1499190"/>
            <a:ext cx="6815469" cy="3636335"/>
          </a:xfrm>
        </p:spPr>
        <p:txBody>
          <a:bodyPr/>
          <a:lstStyle/>
          <a:p>
            <a:r>
              <a:rPr lang="en-US" sz="3600" b="1" dirty="0"/>
              <a:t>HOW TO CONNECT TO    DATABASE IN MY  MYSQL WORKBENCH</a:t>
            </a:r>
            <a:br>
              <a:rPr lang="en-US" sz="3600" b="1" dirty="0"/>
            </a:br>
            <a:br>
              <a:rPr lang="en-US" sz="3600" b="1" dirty="0"/>
            </a:br>
            <a:r>
              <a:rPr lang="en-US" sz="1800" b="1" dirty="0"/>
              <a:t>BY </a:t>
            </a:r>
            <a:br>
              <a:rPr lang="en-US" sz="1800" b="1" dirty="0"/>
            </a:br>
            <a:r>
              <a:rPr lang="en-US" sz="1800" b="1" dirty="0"/>
              <a:t>                         MMADUAGWU KOSARACHI PRISCA</a:t>
            </a:r>
            <a:endParaRPr lang="en-NG" sz="18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799F18-D7DD-AD86-6AF2-BD224474F0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646968"/>
            <a:ext cx="12192000" cy="3211032"/>
          </a:xfrm>
        </p:spPr>
        <p:txBody>
          <a:bodyPr>
            <a:normAutofit/>
          </a:bodyPr>
          <a:lstStyle/>
          <a:p>
            <a:r>
              <a:rPr lang="en-US" sz="2400" dirty="0"/>
              <a:t>              </a:t>
            </a:r>
          </a:p>
          <a:p>
            <a:r>
              <a:rPr lang="en-US" dirty="0"/>
              <a:t> </a:t>
            </a:r>
            <a:endParaRPr lang="en-NG" dirty="0"/>
          </a:p>
        </p:txBody>
      </p:sp>
    </p:spTree>
    <p:extLst>
      <p:ext uri="{BB962C8B-B14F-4D97-AF65-F5344CB8AC3E}">
        <p14:creationId xmlns:p14="http://schemas.microsoft.com/office/powerpoint/2010/main" val="21579271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56B39D-19E5-0A36-A664-8EF236C702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84251" y="1435395"/>
            <a:ext cx="9312346" cy="44404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         After downloading the software, the following steps are used to connect to MYSQL database.</a:t>
            </a:r>
          </a:p>
          <a:p>
            <a:pPr marL="0" indent="0">
              <a:buNone/>
            </a:pPr>
            <a:r>
              <a:rPr lang="en-US" sz="3200" b="1" dirty="0"/>
              <a:t>       STEP  1:</a:t>
            </a:r>
          </a:p>
          <a:p>
            <a:pPr marL="0" indent="0">
              <a:buNone/>
            </a:pPr>
            <a:r>
              <a:rPr lang="en-US" sz="3600" b="1" dirty="0"/>
              <a:t> </a:t>
            </a:r>
            <a:r>
              <a:rPr lang="en-US" sz="2800" dirty="0"/>
              <a:t>Launch the program after installation. You will see  a home screen where you can create a new connection in MYSQL workbench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NG" dirty="0"/>
          </a:p>
        </p:txBody>
      </p:sp>
    </p:spTree>
    <p:extLst>
      <p:ext uri="{BB962C8B-B14F-4D97-AF65-F5344CB8AC3E}">
        <p14:creationId xmlns:p14="http://schemas.microsoft.com/office/powerpoint/2010/main" val="1485662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74A431-A6C3-A208-40D7-753F0AD0B5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8316" y="962246"/>
            <a:ext cx="10792046" cy="4933507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3200" b="1" dirty="0"/>
              <a:t>          Step 2: Create a New Connection</a:t>
            </a:r>
            <a:endParaRPr lang="en-US" dirty="0"/>
          </a:p>
          <a:p>
            <a:r>
              <a:rPr lang="en-US" dirty="0"/>
              <a:t>Click the “+” button next to MSQL connections.</a:t>
            </a:r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b="1" dirty="0"/>
              <a:t>Note</a:t>
            </a:r>
            <a:r>
              <a:rPr lang="en-US" dirty="0"/>
              <a:t>:  In the pop-up window type in what you’d like to call the </a:t>
            </a:r>
            <a:r>
              <a:rPr lang="en-US" b="1" dirty="0"/>
              <a:t>connection name. </a:t>
            </a:r>
            <a:r>
              <a:rPr lang="en-US" dirty="0"/>
              <a:t>Then type in the</a:t>
            </a:r>
            <a:r>
              <a:rPr lang="en-US" b="1" dirty="0"/>
              <a:t> host name, port username and password </a:t>
            </a:r>
            <a:r>
              <a:rPr lang="en-US" dirty="0"/>
              <a:t>(if there is one) for the database you want to connect to </a:t>
            </a:r>
            <a:r>
              <a:rPr lang="en-US" dirty="0" err="1"/>
              <a:t>eg</a:t>
            </a:r>
            <a:r>
              <a:rPr lang="en-US" dirty="0"/>
              <a:t> I’m using </a:t>
            </a:r>
            <a:r>
              <a:rPr lang="en-US" dirty="0" err="1"/>
              <a:t>Rfam’s</a:t>
            </a:r>
            <a:r>
              <a:rPr lang="en-US" dirty="0"/>
              <a:t> public database.</a:t>
            </a:r>
          </a:p>
          <a:p>
            <a:r>
              <a:rPr lang="en-US" b="1" dirty="0"/>
              <a:t>Connection Name</a:t>
            </a:r>
            <a:r>
              <a:rPr lang="en-US" dirty="0"/>
              <a:t>: any name you like just for display</a:t>
            </a:r>
          </a:p>
          <a:p>
            <a:r>
              <a:rPr lang="en-US" b="1" dirty="0"/>
              <a:t>Hostname: t</a:t>
            </a:r>
            <a:r>
              <a:rPr lang="en-US" dirty="0"/>
              <a:t>he server’s IP address or domain. This will be provided in your service dashboard</a:t>
            </a:r>
          </a:p>
          <a:p>
            <a:r>
              <a:rPr lang="en-US" b="1" dirty="0"/>
              <a:t>Port</a:t>
            </a:r>
            <a:r>
              <a:rPr lang="en-US" dirty="0"/>
              <a:t>: default is 3306, unless your provider specifies another.</a:t>
            </a:r>
          </a:p>
          <a:p>
            <a:r>
              <a:rPr lang="en-US" b="1" dirty="0"/>
              <a:t>Username</a:t>
            </a:r>
            <a:r>
              <a:rPr lang="en-US" dirty="0"/>
              <a:t>: usually root or another MYSQL account.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b="1" dirty="0"/>
              <a:t>Note</a:t>
            </a:r>
            <a:r>
              <a:rPr lang="en-US" dirty="0"/>
              <a:t>: most servers </a:t>
            </a:r>
            <a:r>
              <a:rPr lang="en-US" b="1" dirty="0"/>
              <a:t>do not allow external  root connection. </a:t>
            </a:r>
            <a:r>
              <a:rPr lang="en-US" dirty="0"/>
              <a:t>If you  see </a:t>
            </a:r>
            <a:r>
              <a:rPr lang="en-US" b="1" dirty="0"/>
              <a:t>“MYSQL cannot connect to database server” </a:t>
            </a:r>
            <a:r>
              <a:rPr lang="en-US" dirty="0"/>
              <a:t> or “</a:t>
            </a:r>
            <a:r>
              <a:rPr lang="en-US" b="1" dirty="0"/>
              <a:t>MYSQL  Workbench no connection established”, </a:t>
            </a:r>
            <a:r>
              <a:rPr lang="en-US" dirty="0"/>
              <a:t>you may need to log in directly on the server (</a:t>
            </a:r>
            <a:r>
              <a:rPr lang="en-US" dirty="0" err="1"/>
              <a:t>e.g</a:t>
            </a:r>
            <a:r>
              <a:rPr lang="en-US" dirty="0"/>
              <a:t>, via RDP or SSH) and connect locally.</a:t>
            </a:r>
          </a:p>
          <a:p>
            <a:endParaRPr lang="en-NG" dirty="0"/>
          </a:p>
        </p:txBody>
      </p:sp>
    </p:spTree>
    <p:extLst>
      <p:ext uri="{BB962C8B-B14F-4D97-AF65-F5344CB8AC3E}">
        <p14:creationId xmlns:p14="http://schemas.microsoft.com/office/powerpoint/2010/main" val="6087674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4ED1B9-25E2-D589-031C-599371C879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4130" y="2083980"/>
            <a:ext cx="9482467" cy="3791887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            </a:t>
            </a:r>
            <a:r>
              <a:rPr lang="en-US" b="1" dirty="0"/>
              <a:t>Step 3: Test The Connection</a:t>
            </a:r>
          </a:p>
          <a:p>
            <a:r>
              <a:rPr lang="en-US" dirty="0"/>
              <a:t>Click test connection</a:t>
            </a:r>
          </a:p>
          <a:p>
            <a:r>
              <a:rPr lang="en-US" dirty="0"/>
              <a:t>Enter your MYSQL password.</a:t>
            </a:r>
          </a:p>
          <a:p>
            <a:r>
              <a:rPr lang="en-US" dirty="0"/>
              <a:t>If the test is successful, click </a:t>
            </a:r>
            <a:r>
              <a:rPr lang="en-US" b="1" dirty="0"/>
              <a:t>ok </a:t>
            </a:r>
            <a:r>
              <a:rPr lang="en-US" dirty="0"/>
              <a:t>to save the connection.</a:t>
            </a:r>
          </a:p>
          <a:p>
            <a:pPr marL="0" indent="0">
              <a:buNone/>
            </a:pPr>
            <a:r>
              <a:rPr lang="en-US" dirty="0"/>
              <a:t>  If you get “MYSQL  workbench test connection  failed”  or “ cannot connect to database server </a:t>
            </a:r>
            <a:r>
              <a:rPr lang="en-US"/>
              <a:t>MYSQL Workbench</a:t>
            </a:r>
            <a:r>
              <a:rPr lang="en-US" dirty="0"/>
              <a:t>”, check:</a:t>
            </a:r>
          </a:p>
          <a:p>
            <a:r>
              <a:rPr lang="en-US" dirty="0"/>
              <a:t>Correct hostname and port</a:t>
            </a:r>
          </a:p>
          <a:p>
            <a:r>
              <a:rPr lang="en-US" dirty="0"/>
              <a:t>Security group or firewall settings</a:t>
            </a:r>
          </a:p>
          <a:p>
            <a:r>
              <a:rPr lang="en-US" dirty="0"/>
              <a:t>User permissions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NG" b="1" dirty="0"/>
          </a:p>
        </p:txBody>
      </p:sp>
    </p:spTree>
    <p:extLst>
      <p:ext uri="{BB962C8B-B14F-4D97-AF65-F5344CB8AC3E}">
        <p14:creationId xmlns:p14="http://schemas.microsoft.com/office/powerpoint/2010/main" val="28275444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966FDE-3061-BD9A-1C7E-9B63CF5BA5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5544" y="1201479"/>
            <a:ext cx="10131053" cy="467438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                Step 4: Connect and Manage Your Database</a:t>
            </a:r>
          </a:p>
          <a:p>
            <a:pPr marL="0" indent="0">
              <a:buNone/>
            </a:pPr>
            <a:r>
              <a:rPr lang="en-US" dirty="0"/>
              <a:t> Once saved, </a:t>
            </a:r>
            <a:r>
              <a:rPr lang="en-US" dirty="0" err="1"/>
              <a:t>sinply</a:t>
            </a:r>
            <a:r>
              <a:rPr lang="en-US" dirty="0"/>
              <a:t> click your new connection to open and manage your database. You can now:</a:t>
            </a:r>
          </a:p>
          <a:p>
            <a:r>
              <a:rPr lang="en-US" dirty="0"/>
              <a:t>Browse schemas and tables </a:t>
            </a:r>
          </a:p>
          <a:p>
            <a:r>
              <a:rPr lang="en-US" dirty="0"/>
              <a:t>Run SQL queries</a:t>
            </a:r>
          </a:p>
          <a:p>
            <a:r>
              <a:rPr lang="en-US" dirty="0"/>
              <a:t>Manage users and permissions.</a:t>
            </a:r>
          </a:p>
          <a:p>
            <a:pPr marL="0" indent="0">
              <a:buNone/>
            </a:pPr>
            <a:r>
              <a:rPr lang="en-US" b="1" dirty="0"/>
              <a:t>   </a:t>
            </a:r>
            <a:endParaRPr lang="en-NG" b="1" dirty="0"/>
          </a:p>
        </p:txBody>
      </p:sp>
    </p:spTree>
    <p:extLst>
      <p:ext uri="{BB962C8B-B14F-4D97-AF65-F5344CB8AC3E}">
        <p14:creationId xmlns:p14="http://schemas.microsoft.com/office/powerpoint/2010/main" val="226806640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98</TotalTime>
  <Words>340</Words>
  <Application>Microsoft Office PowerPoint</Application>
  <PresentationFormat>Widescreen</PresentationFormat>
  <Paragraphs>33</Paragraphs>
  <Slides>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Arial</vt:lpstr>
      <vt:lpstr>Garamond</vt:lpstr>
      <vt:lpstr>Organic</vt:lpstr>
      <vt:lpstr>HOW TO CONNECT TO    DATABASE IN MY  MYSQL WORKBENCH  BY                           MMADUAGWU KOSARACHI PRISCA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omalichaprisca2021@gmail.com</dc:creator>
  <cp:lastModifiedBy>omalichaprisca2021@gmail.com</cp:lastModifiedBy>
  <cp:revision>9</cp:revision>
  <dcterms:created xsi:type="dcterms:W3CDTF">2026-01-01T07:56:36Z</dcterms:created>
  <dcterms:modified xsi:type="dcterms:W3CDTF">2026-01-22T09:25:20Z</dcterms:modified>
</cp:coreProperties>
</file>